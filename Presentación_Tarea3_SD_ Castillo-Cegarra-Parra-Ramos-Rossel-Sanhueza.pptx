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gjIml2S6YHWEgW2RWJmc9zvkB9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d3c38422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6d3c3842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c75cc7f6e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c75cc7f6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c75cc7f6e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6c75cc7f6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c75cc7f6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6c75cc7f6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4648200" y="1600206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4645028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2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7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6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Un dibujo animado con letras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 r="44626" b="-9719"/>
          <a:stretch/>
        </p:blipFill>
        <p:spPr>
          <a:xfrm>
            <a:off x="3600527" y="1641082"/>
            <a:ext cx="1942941" cy="7829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2311130" y="2424026"/>
            <a:ext cx="4521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CATÓLICA DE LA SANTÍSIMA CONCEPCIÓN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FACULTAD DE INGENIERÍA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Civil Informática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Digitales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323057" y="3585385"/>
            <a:ext cx="6498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TAREA 3: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“SÍNTESIS Y DISEÑO DE CIRCUITOS DE MEDIANA COMPLEJIDAD”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434832" y="4773658"/>
            <a:ext cx="27960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Profesora: </a:t>
            </a:r>
            <a:r>
              <a:rPr lang="es-CL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Yaime</a:t>
            </a: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Fernández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r>
              <a:rPr lang="es-CL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Castillo Benjamín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Cegarra </a:t>
            </a: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Ramón 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Sanhueza </a:t>
            </a:r>
            <a:r>
              <a:rPr lang="es-CL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Angelo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Ramos </a:t>
            </a:r>
            <a:r>
              <a:rPr lang="es-CL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Edinson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Parra Paola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Rossel</a:t>
            </a:r>
            <a:r>
              <a:rPr lang="es-CL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Francisco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323058" y="6007103"/>
            <a:ext cx="337240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CONCEPCIÓN,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julio </a:t>
            </a:r>
            <a:r>
              <a:rPr lang="es-CL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202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d3c38422d_0_0"/>
          <p:cNvSpPr txBox="1"/>
          <p:nvPr/>
        </p:nvSpPr>
        <p:spPr>
          <a:xfrm>
            <a:off x="457550" y="1452500"/>
            <a:ext cx="6040200" cy="31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-Problema Propuesto.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-¿Cual es el propósito de nuestro proyecto?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-¿Cómo abordamos el problema?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-¿Qué lo hace “diferente” frente a otras soluciones?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6d3c38422d_0_0"/>
          <p:cNvSpPr txBox="1"/>
          <p:nvPr/>
        </p:nvSpPr>
        <p:spPr>
          <a:xfrm>
            <a:off x="3351325" y="554875"/>
            <a:ext cx="193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36d3c38422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921225" y="657426"/>
            <a:ext cx="2796474" cy="24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6d3c38422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064808" y="3465192"/>
            <a:ext cx="2509308" cy="243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6d3c38422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225" y="4426265"/>
            <a:ext cx="5574649" cy="182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75cc7f6e_0_7"/>
          <p:cNvSpPr txBox="1"/>
          <p:nvPr/>
        </p:nvSpPr>
        <p:spPr>
          <a:xfrm>
            <a:off x="1626625" y="631650"/>
            <a:ext cx="3433800" cy="1436700"/>
          </a:xfrm>
          <a:prstGeom prst="rect">
            <a:avLst/>
          </a:prstGeom>
          <a:noFill/>
          <a:ln w="38100" cap="flat" cmpd="sng">
            <a:solidFill>
              <a:srgbClr val="3C78D8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principales: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-Light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-Tiempo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-L1, L2 y L3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6c75cc7f6e_0_7"/>
          <p:cNvSpPr txBox="1"/>
          <p:nvPr/>
        </p:nvSpPr>
        <p:spPr>
          <a:xfrm>
            <a:off x="5160450" y="92450"/>
            <a:ext cx="3492000" cy="1954800"/>
          </a:xfrm>
          <a:prstGeom prst="rect">
            <a:avLst/>
          </a:prstGeom>
          <a:noFill/>
          <a:ln w="38100" cap="flat" cmpd="sng">
            <a:solidFill>
              <a:srgbClr val="3D85C6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principales: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-Clasificar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-PrintLights(Blue, Green, Magenta, Red)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-Módulos(1, 2, 3 y 4)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6c75cc7f6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50" y="2170150"/>
            <a:ext cx="7193149" cy="4471126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0" name="Google Shape;110;g36c75cc7f6e_0_7"/>
          <p:cNvSpPr txBox="1"/>
          <p:nvPr/>
        </p:nvSpPr>
        <p:spPr>
          <a:xfrm>
            <a:off x="1626625" y="92450"/>
            <a:ext cx="34338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del programa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6c75cc7f6e_0_7"/>
          <p:cNvSpPr/>
          <p:nvPr/>
        </p:nvSpPr>
        <p:spPr>
          <a:xfrm rot="10800000" flipH="1">
            <a:off x="3475700" y="4920525"/>
            <a:ext cx="912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6c75cc7f6e_0_7"/>
          <p:cNvSpPr/>
          <p:nvPr/>
        </p:nvSpPr>
        <p:spPr>
          <a:xfrm rot="10800000" flipH="1">
            <a:off x="5459825" y="4949275"/>
            <a:ext cx="912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6c75cc7f6e_0_7"/>
          <p:cNvSpPr/>
          <p:nvPr/>
        </p:nvSpPr>
        <p:spPr>
          <a:xfrm rot="10800000" flipH="1">
            <a:off x="1689250" y="4949275"/>
            <a:ext cx="4821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6c75cc7f6e_0_7"/>
          <p:cNvSpPr txBox="1"/>
          <p:nvPr/>
        </p:nvSpPr>
        <p:spPr>
          <a:xfrm>
            <a:off x="1626625" y="4878975"/>
            <a:ext cx="10137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&lt;= L1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6c75cc7f6e_0_7"/>
          <p:cNvSpPr/>
          <p:nvPr/>
        </p:nvSpPr>
        <p:spPr>
          <a:xfrm rot="10800000" flipH="1">
            <a:off x="3102475" y="4920525"/>
            <a:ext cx="6348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6c75cc7f6e_0_7"/>
          <p:cNvSpPr/>
          <p:nvPr/>
        </p:nvSpPr>
        <p:spPr>
          <a:xfrm rot="10800000" flipH="1">
            <a:off x="5119525" y="4920525"/>
            <a:ext cx="6348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6c75cc7f6e_0_7"/>
          <p:cNvSpPr/>
          <p:nvPr/>
        </p:nvSpPr>
        <p:spPr>
          <a:xfrm rot="10800000" flipH="1">
            <a:off x="6918625" y="4949275"/>
            <a:ext cx="634800" cy="168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6c75cc7f6e_0_7"/>
          <p:cNvSpPr txBox="1"/>
          <p:nvPr/>
        </p:nvSpPr>
        <p:spPr>
          <a:xfrm>
            <a:off x="3014450" y="4878975"/>
            <a:ext cx="10137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 &lt; Light &lt;= L2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6c75cc7f6e_0_7"/>
          <p:cNvSpPr txBox="1"/>
          <p:nvPr/>
        </p:nvSpPr>
        <p:spPr>
          <a:xfrm>
            <a:off x="5008050" y="4878975"/>
            <a:ext cx="10137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 &lt; Light &lt;= L3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6c75cc7f6e_0_7"/>
          <p:cNvSpPr txBox="1"/>
          <p:nvPr/>
        </p:nvSpPr>
        <p:spPr>
          <a:xfrm>
            <a:off x="6845700" y="4878975"/>
            <a:ext cx="10137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&gt; L3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c75cc7f6e_0_12"/>
          <p:cNvSpPr txBox="1"/>
          <p:nvPr/>
        </p:nvSpPr>
        <p:spPr>
          <a:xfrm>
            <a:off x="3670200" y="463875"/>
            <a:ext cx="13107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Desafíos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36c75cc7f6e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350" y="1802925"/>
            <a:ext cx="3256750" cy="13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6c75cc7f6e_0_12"/>
          <p:cNvPicPr preferRelativeResize="0"/>
          <p:nvPr/>
        </p:nvPicPr>
        <p:blipFill rotWithShape="1">
          <a:blip r:embed="rId4">
            <a:alphaModFix/>
          </a:blip>
          <a:srcRect l="13766" t="19313" r="13817" b="26784"/>
          <a:stretch/>
        </p:blipFill>
        <p:spPr>
          <a:xfrm>
            <a:off x="5306675" y="3177200"/>
            <a:ext cx="3132093" cy="13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6c75cc7f6e_0_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725" y="1693775"/>
            <a:ext cx="4939550" cy="396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6c75cc7f6e_0_12"/>
          <p:cNvSpPr txBox="1"/>
          <p:nvPr/>
        </p:nvSpPr>
        <p:spPr>
          <a:xfrm>
            <a:off x="990950" y="1232075"/>
            <a:ext cx="335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Dificultades para medir el tiempo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6c75cc7f6e_0_12"/>
          <p:cNvSpPr txBox="1"/>
          <p:nvPr/>
        </p:nvSpPr>
        <p:spPr>
          <a:xfrm>
            <a:off x="5451775" y="1232075"/>
            <a:ext cx="284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Reconocimiento de Arduino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36c75cc7f6e_0_12" title="no-reconoce-usb-Artguru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2675" y="4641100"/>
            <a:ext cx="1913291" cy="206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c75cc7f6e_0_2"/>
          <p:cNvSpPr txBox="1"/>
          <p:nvPr/>
        </p:nvSpPr>
        <p:spPr>
          <a:xfrm>
            <a:off x="1551900" y="664225"/>
            <a:ext cx="6040200" cy="44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-Resultados finales del proyecto.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-¿Que se aprendió de esta experiencia?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-¿Como se podría mejorar el proyecto?	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170</Words>
  <Application>Microsoft Office PowerPoint</Application>
  <PresentationFormat>Presentación en pantalla (4:3)</PresentationFormat>
  <Paragraphs>48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Eliot</dc:creator>
  <cp:lastModifiedBy>Paola Alejandra Parra Parra</cp:lastModifiedBy>
  <cp:revision>2</cp:revision>
  <dcterms:created xsi:type="dcterms:W3CDTF">2022-05-09T13:15:01Z</dcterms:created>
  <dcterms:modified xsi:type="dcterms:W3CDTF">2025-07-07T16:18:04Z</dcterms:modified>
</cp:coreProperties>
</file>